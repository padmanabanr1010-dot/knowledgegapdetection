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KNOWLEDGE GAP DETECTION &amp; AI RECOMMENDATION SYSTEM</a:t>
            </a:r>
          </a:p>
          <a:p>
            <a:pPr>
              <a:defRPr sz="2000">
                <a:solidFill>
                  <a:srgbClr val="6366F1"/>
                </a:solidFill>
              </a:defRPr>
            </a:pPr>
            <a:r>
              <a:t>Machine Learning Calibration, Deep Knowledge Tracing &amp; Adaptive Remediation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Domain: Artificial Intelligence in Education (EdTech) | Data Science | Machine Learning</a:t>
            </a:r>
            <a:br/>
            <a:r>
              <a:t>Tech Stack: Python, Flask, XGBoost (92.4%), PyTorch DKT (LSTM), Chart.js, HTML5/CSS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01. INTRODUCTION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Problem Statement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Students face cumulative learning hurdles in STEM/Math because foundational knowledge gaps remain undetected during static classroom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Proposed Solution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EduGap AI provides a dynamic, ML-powered assessment platform evaluating 20 core math skills, predicting gap severity, and serving personalized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Core Objectives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Real-time Machine Learning prediction</a:t>
            </a:r>
            <a:br/>
            <a:r>
              <a:t>• PyTorch LSTM Deep Knowledge Tracing</a:t>
            </a:r>
            <a:br/>
            <a:r>
              <a:t>• Adaptive 20-topic randomized assessment</a:t>
            </a:r>
            <a:br/>
            <a:r>
              <a:t>• Personalized Khan Academy &amp; study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02. ARCHITECTURE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1. Student Quiz Portal  —  20-Topic randomized sampling engine serves 10 balanced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2. Evaluation Engine  —  STRICT ID-matching &amp; string normalization evaluate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3. ML &amp; DL Pipeline  —  Features passed to XGBoost (92.4%) and PyTorch LSTM DKT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4. Gap Classification  —  Student categorized into High, Moderate, or Low Knowledge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5. AI Recommendations  —  Khan Academy videos, Master Study Notebooks &amp; PDF downloads generated.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03. MACHINE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Machine Learning Models &amp; Accuracy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Decision Tree Classifier</a:t>
            </a:r>
          </a:p>
          <a:p>
            <a:br/>
            <a:pPr>
              <a:defRPr sz="2800" b="1">
                <a:solidFill>
                  <a:srgbClr val="22C55E"/>
                </a:solidFill>
              </a:defRPr>
            </a:pPr>
            <a:r>
              <a:t>Accuracy: 81.45%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Tuned hyper-parameters (max_depth=6, min_samples_leaf=25). Provides clear decision boundaries.</a:t>
            </a:r>
            <a:br/>
            <a:br/>
            <a:r>
              <a:t>Key Non-Leaked Features:</a:t>
            </a:r>
            <a:br/>
            <a:r>
              <a:t>• attempt_count &amp; hint_count</a:t>
            </a:r>
            <a:br/>
            <a:r>
              <a:t>• log_ms_response latency</a:t>
            </a:r>
            <a:br/>
            <a:r>
              <a:t>• opportunity &amp;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Random Forest Classifier</a:t>
            </a:r>
          </a:p>
          <a:p>
            <a:br/>
            <a:pPr>
              <a:defRPr sz="2800" b="1">
                <a:solidFill>
                  <a:srgbClr val="22C55E"/>
                </a:solidFill>
              </a:defRPr>
            </a:pPr>
            <a:r>
              <a:t>Accuracy: 84.20%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Ensemble model with 100 trees (max_depth=9). High generalization across student attempts.</a:t>
            </a:r>
            <a:br/>
            <a:br/>
            <a:r>
              <a:t>Key Non-Leaked Features:</a:t>
            </a:r>
            <a:br/>
            <a:r>
              <a:t>• attempt_count &amp; hint_count</a:t>
            </a:r>
            <a:br/>
            <a:r>
              <a:t>• log_ms_response latency</a:t>
            </a:r>
            <a:br/>
            <a:r>
              <a:t>• opportunity &amp;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XGBoost Classifier</a:t>
            </a:r>
          </a:p>
          <a:p>
            <a:br/>
            <a:pPr>
              <a:defRPr sz="2800" b="1">
                <a:solidFill>
                  <a:srgbClr val="22C55E"/>
                </a:solidFill>
              </a:defRPr>
            </a:pPr>
            <a:r>
              <a:t>Accuracy: 92.40%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Gradient boosted trees with 250 estimators. Top-performing model for real-time gap classification.</a:t>
            </a:r>
            <a:br/>
            <a:br/>
            <a:r>
              <a:t>Key Non-Leaked Features:</a:t>
            </a:r>
            <a:br/>
            <a:r>
              <a:t>• attempt_count &amp; hint_count</a:t>
            </a:r>
            <a:br/>
            <a:r>
              <a:t>• log_ms_response latency</a:t>
            </a:r>
            <a:br/>
            <a:r>
              <a:t>• opportunity &amp; 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04. DEEP LEARNING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Deep Knowledge Tracing with PyTorch LSTM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366F1"/>
                </a:solidFill>
              </a:defRPr>
            </a:pPr>
            <a:r>
              <a:t>Deep Knowledge Tracing (DKT) Architecture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Recurrent Neural Network Model: PyTorch LSTM sequence classifier saved as lstm_model.pth.</a:t>
            </a:r>
            <a:br/>
            <a:r>
              <a:t>• Sequence Dimensions: Input tensor shape [1, 10, 7] representing 10 sequential question interactions.</a:t>
            </a:r>
            <a:br/>
            <a:r>
              <a:t>• 7-Dimensional Feature Vector:</a:t>
            </a:r>
            <a:br/>
            <a:r>
              <a:t>   1. correctness (0.0 / 1.0)</a:t>
            </a:r>
            <a:br/>
            <a:r>
              <a:t>   2. attempt_count</a:t>
            </a:r>
            <a:br/>
            <a:r>
              <a:t>   3. hint_count</a:t>
            </a:r>
            <a:br/>
            <a:r>
              <a:t>   4. hint_ratio</a:t>
            </a:r>
            <a:br/>
            <a:r>
              <a:t>   5. log_ms_response latency</a:t>
            </a:r>
            <a:br/>
            <a:r>
              <a:t>   6. total response time</a:t>
            </a:r>
            <a:br/>
            <a:r>
              <a:t>   7. combined attempt-hint interaction sum</a:t>
            </a:r>
            <a:br/>
            <a:r>
              <a:t>• Output: Logit probabilities predicting [High Gap, Low Gap, Medium Gap].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05. CURRICULUM &amp; QUIZ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Adaptive 20-Topic Assessment Curriculum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Circle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Reading a Ruler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Equivalent Fractions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4. Finding Percents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5. Median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603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6. Proportion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603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7. Quadratic Formula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5603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8. Multiplication Whole Nums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9. Computation Real Nums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4747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10. Systems Linear Eqns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747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11. Pythagorean Theorem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4747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12. Probability &amp; Stats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13. Exponents &amp; Radicals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43891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14. Perimeter &amp; Area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3891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15. Linear Functions &amp; Slope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3891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16. Polynomial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17. Trigonometric Ratios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53035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18. Logarithmic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3035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19. Matrices &amp; Determinants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5303520"/>
            <a:ext cx="25603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20. Coordinate Geometry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06. STUDENT REVIEW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Dedicated Question-by-Question Assessment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Dedicated Review Page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Students click 'Review Assessment' on their dashboard to open /review, featuring high-contrast white text for all question statements.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Color-Coded Answer Cards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Displays 'Your Selected Answer' (RED box if wrong, GREEN if correct) alongside 'Correct Answer' (GREEN box with checkmark).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Interactive Quick Filters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Filter buttons (All, Wrong, Correct) allow students to instantly isolate missed questions for fast remediation.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07. REMEDIATION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Personalized Recommendations &amp; Academic Study Guides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Strict Attended-Topic Filter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Recommendations page (/recommendations) displays ONLY the specific topics/skills that the student attended in their assessment.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Khan Academy Video Links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Every weak skill links directly to verified Khan Academy video tutorials, educational search streams, and embedded player.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Master Study Notebooks &amp; PDFs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Includes comprehensive academic study notebooks with formulas, solved examples, exam pitfalls, and print-ready A4 PDF downloads.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08. TECH STACK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Full System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Backend Framework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Python 3.14, Flask, Werkzeug, Jinja2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Machine Learning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Scikit-Learn, XGBoost Classifier (92.4%), Decision Trees, Random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Deep Learning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PyTorch LSTM Neural Network, Deep Knowledge Tracing (DKT)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0896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Frontend &amp; Styling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HTML5, Vanilla CSS Glassmorphism, JavaScript, Bootstrap 5, FontAwesome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Data Visualization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Chart.js (Skill-wise performance bar charts &amp; donut score charts)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572000"/>
            <a:ext cx="53035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Document Generation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ReportLab PDF Engine, Master Academic Study Notebooks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09. CONCLUSION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Summary of Key Achievements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✅ Successfully developed an AI-driven Knowledge Gap Detection &amp; Adaptive Recommendation System.</a:t>
            </a:r>
            <a:br/>
            <a:r>
              <a:t>✅ Achieved 92.40% real accuracy with XGBoost Classifier and integrated PyTorch LSTM Deep Knowledge Tracing.</a:t>
            </a:r>
            <a:br/>
            <a:r>
              <a:t>✅ Created a 20-topic mathematics curriculum with 175+ curated questions and dynamic assessment sampling.</a:t>
            </a:r>
            <a:br/>
            <a:r>
              <a:t>✅ Delivered a dedicated Question-by-Question Review page with color-coded answer comparison.</a:t>
            </a:r>
            <a:br/>
            <a:r>
              <a:t>✅ Built a targeted recommendation engine serving Khan Academy videos and print-ready PDF study guides.</a:t>
            </a:r>
            <a:br/>
            <a:br/>
            <a:r>
              <a:t>🚀 Future Scope:</a:t>
            </a:r>
            <a:br/>
            <a:r>
              <a:t>• Expansion into Physics, Chemistry, and Computer Science domain question banks.</a:t>
            </a:r>
            <a:br/>
            <a:r>
              <a:t>• Real-time teacher analytics dashboard for multi-student classroom performance tracking.</a:t>
            </a:r>
            <a:br/>
            <a:r>
              <a:t>• Integration with AI LLM tutors for automated step-by-step hint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